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7" r:id="rId4"/>
    <p:sldId id="268" r:id="rId5"/>
    <p:sldId id="269" r:id="rId6"/>
    <p:sldId id="272" r:id="rId7"/>
    <p:sldId id="261" r:id="rId8"/>
    <p:sldId id="270" r:id="rId9"/>
    <p:sldId id="271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5" autoAdjust="0"/>
    <p:restoredTop sz="94660"/>
  </p:normalViewPr>
  <p:slideViewPr>
    <p:cSldViewPr snapToGrid="0">
      <p:cViewPr varScale="1">
        <p:scale>
          <a:sx n="70" d="100"/>
          <a:sy n="70" d="100"/>
        </p:scale>
        <p:origin x="4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61EEE-23F8-4397-A609-1B9B4F6E36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6E9F9-2062-4664-8F90-D110AFA9EF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64D1F-2A08-4996-B91B-E4C45B939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E93C-1A7B-40B1-94C3-27A6A3823D72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5B5A9-52A4-4F9B-AD93-A2B61B084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C5057-F5C3-4C61-B704-A85575F6F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D4FD-44AF-4737-AA0D-68A77C9C90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5554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C404B-2584-405B-BF2E-35F94D044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E00CD-071B-486A-BD56-2FC607DD9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66549-4552-48E8-B597-BF44BBDD1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E93C-1A7B-40B1-94C3-27A6A3823D72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4C52D-ABD5-4248-A23A-CFA4DC8A6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42182-CD45-48DB-ACB5-115DAF8C2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D4FD-44AF-4737-AA0D-68A77C9C90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9884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6FCAD-EB27-49C3-ADCB-567453B3B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B0736-3B58-44D4-8AD6-B67D9A53A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768BC-7DB8-44BC-B030-90D7E7D1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E93C-1A7B-40B1-94C3-27A6A3823D72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501F-EEC3-459D-AEE0-0740E8FCE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28B01-37BE-4B2D-ACC8-0A81FDE40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D4FD-44AF-4737-AA0D-68A77C9C90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125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E2484-70ED-425A-BCEE-75BBE43F6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BB42B-ACA5-41BD-8FA9-DB9B9E23D8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E7A450-5341-4BE3-821E-49E46115DA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53D2F4-C560-4AD4-86DD-2C7B17A82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E93C-1A7B-40B1-94C3-27A6A3823D72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B7BF0-41AC-4308-9CED-4376EAC30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BDB180-F869-49CB-9D4D-BC7B3DEE1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D4FD-44AF-4737-AA0D-68A77C9C90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177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0D79F-C593-447D-B49B-8CE76D13A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FEED66-151D-421C-BE3B-5658F8E0B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93900B-84CD-4079-AB20-F69B6B748D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B7FE8E-4029-495B-8767-F533B7214A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B82EB3-2380-42DC-B839-A78E1AEC9B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A981D7-5FF4-4E8F-A0C6-EECB4C69B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E93C-1A7B-40B1-94C3-27A6A3823D72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3A36C2-3AA8-4A16-AFB8-5E20CAD7B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9E91E7-63C1-4B11-8259-33D129743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D4FD-44AF-4737-AA0D-68A77C9C90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7726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5740A-BDAB-4C35-BD60-26ED99830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E92389-FFA1-4791-90B6-33ADA5D50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E93C-1A7B-40B1-94C3-27A6A3823D72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D4E6EC-EA01-4094-B88F-6540E9132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F47EC-3751-46AE-B454-C09995D8F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D4FD-44AF-4737-AA0D-68A77C9C90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225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21A570-0DF4-4A0B-B9AB-1B6DC336E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E93C-1A7B-40B1-94C3-27A6A3823D72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073E93-1313-4314-BBA9-B18328783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B70830-4642-4D3C-94CD-5F63DC9A1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D4FD-44AF-4737-AA0D-68A77C9C90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314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9ED98-6103-429A-B254-2419D0B95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E1CE2-5AF7-4CF4-8F83-30C4829CB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96899E-BCD6-4E46-811C-0C603D949C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C72B5-2273-48C0-8EB7-20F1A7107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E93C-1A7B-40B1-94C3-27A6A3823D72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54E18B-65C7-4C78-A3CE-D9BA12155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E776B6-72F4-45E3-9FC4-58214D9A9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D4FD-44AF-4737-AA0D-68A77C9C90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9716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1F0AF-5BA2-4EBB-817E-B9136B4A2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CC6A85-364B-4F83-9D4C-D5EFC45611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49C4D5-F6DF-48E3-9CCB-64A3979A1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E56E60-8D94-4E7A-A36C-4F8633992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E93C-1A7B-40B1-94C3-27A6A3823D72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EAA3E-1289-4AAA-A6FF-AF00B02CD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A5B66D-D0F5-4374-B867-23F3F2EB4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D4FD-44AF-4737-AA0D-68A77C9C90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794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E5C09-5457-43B9-B264-884881D2D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7798CC-4698-4106-8FDA-DCACE0D8B4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67DF3-27EB-440F-AED8-EEC71274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E93C-1A7B-40B1-94C3-27A6A3823D72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E3C94-5266-4BE2-88A6-B5E8C0044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B1195-C37B-4781-89A1-2DE853399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D4FD-44AF-4737-AA0D-68A77C9C90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725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8FBF95-B559-4018-980C-9DC7A57E30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FB8EE0-AA29-479C-80EF-9FBF2D26BF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F5B60-13F2-44AF-8E93-793AE49C0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E93C-1A7B-40B1-94C3-27A6A3823D72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20C94-7681-45A9-A314-218049BB5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FCF10-50B6-497C-9E04-1118BF595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D4FD-44AF-4737-AA0D-68A77C9C90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4643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84F568-96BC-46EB-9D43-A8F646EBE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42F078-EDAF-4F52-A929-B2B984E2F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783EE-94ED-458B-9C77-88BCC52F00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D0E93C-1A7B-40B1-94C3-27A6A3823D72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66F3F-9A0D-47E0-A4D1-42EDEDFE25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A242D-3DBC-4899-AC1C-49906619E5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ED4FD-44AF-4737-AA0D-68A77C9C90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115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8B642-E872-4A6B-85E6-BD01ADE0F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3" y="1318218"/>
            <a:ext cx="10645189" cy="2540598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b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</a:t>
            </a:r>
            <a:b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(2025-26) 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22CSE58 - Mini Project - II</a:t>
            </a:r>
            <a:b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1</a:t>
            </a:r>
            <a:b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Automated Price Tracker and Notifier  </a:t>
            </a:r>
            <a:b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9CDC7B-CFE1-4353-A7A6-61BB4EC589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6661" y="4429073"/>
            <a:ext cx="4096011" cy="2384337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1NH23CS083 - </a:t>
            </a:r>
            <a:r>
              <a:rPr lang="en-US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GANESH - B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1NH23CS106 - K R SACHIN - B</a:t>
            </a: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331EB39-098E-49CF-905F-7E94B43AEE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47284" y="4382319"/>
            <a:ext cx="5161899" cy="2166695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Reviewer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Dr . </a:t>
            </a:r>
            <a:r>
              <a:rPr lang="en-US" sz="2000" b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Nirmala M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Designation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Dept. of CSE, NHCE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50314D2-C144-4A46-8261-B6831FBFA1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4268"/>
          <a:stretch/>
        </p:blipFill>
        <p:spPr>
          <a:xfrm>
            <a:off x="665860" y="88852"/>
            <a:ext cx="10294375" cy="1318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041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865D5-E228-4BC4-98BA-B1C6045F1E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8937"/>
            <a:ext cx="9144000" cy="839787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49B645-3271-4353-8BE5-8405349E88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9149" y="1516063"/>
            <a:ext cx="10963275" cy="4932362"/>
          </a:xfrm>
        </p:spPr>
        <p:txBody>
          <a:bodyPr>
            <a:normAutofit fontScale="92500" lnSpcReduction="20000"/>
          </a:bodyPr>
          <a:lstStyle/>
          <a:p>
            <a:pPr marL="993775" indent="-457200" algn="l" eaLnBrk="1" fontAlgn="auto" hangingPunct="1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630238" algn="l"/>
              </a:tabLst>
              <a:defRPr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Objectives</a:t>
            </a:r>
          </a:p>
          <a:p>
            <a:pPr marL="993775" indent="-457200" algn="l" eaLnBrk="1" fontAlgn="auto" hangingPunct="1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630238" algn="l"/>
              </a:tabLst>
              <a:defRPr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Abstract</a:t>
            </a:r>
          </a:p>
          <a:p>
            <a:pPr marL="993775" indent="-457200" algn="l" eaLnBrk="1" fontAlgn="auto" hangingPunct="1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630238" algn="l"/>
              </a:tabLst>
              <a:defRPr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Requirement Specification</a:t>
            </a:r>
          </a:p>
          <a:p>
            <a:pPr marL="993775" indent="-457200" algn="l" eaLnBrk="1" fontAlgn="auto" hangingPunct="1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630238" algn="l"/>
              </a:tabLst>
              <a:defRPr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Novelty of the work</a:t>
            </a:r>
          </a:p>
          <a:p>
            <a:pPr marL="993775" indent="-457200" algn="l" eaLnBrk="1" fontAlgn="auto" hangingPunct="1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630238" algn="l"/>
              </a:tabLst>
              <a:defRPr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Design</a:t>
            </a:r>
          </a:p>
          <a:p>
            <a:pPr marL="993775" indent="-457200" algn="l" eaLnBrk="1" fontAlgn="auto" hangingPunct="1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630238" algn="l"/>
              </a:tabLst>
              <a:defRPr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Methodology </a:t>
            </a:r>
          </a:p>
          <a:p>
            <a:pPr marL="993775" indent="-457200" algn="l" eaLnBrk="1" fontAlgn="auto" hangingPunct="1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630238" algn="l"/>
              </a:tabLst>
              <a:defRPr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Implementation Roadmap</a:t>
            </a:r>
          </a:p>
          <a:p>
            <a:pPr marL="742950" indent="-742950" algn="l">
              <a:buFont typeface="Arial" panose="020B0604020202020204" pitchFamily="34" charset="0"/>
              <a:buChar char="•"/>
            </a:pP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0063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85C44A5E-8EE2-1DED-281A-8DDC46EA1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4082AC-AE92-3E15-6938-DDD76ECE08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50976" y="1488859"/>
            <a:ext cx="10146956" cy="279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To automatically track the price of products from e-commerce websites.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To notify the user when the product price drops below a target value.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To reduce manual effort and save time by automating the price checking process.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To help users make better purchase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4A2C1F57-351D-0D47-A18F-8B37F0228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6F704-FE33-0997-E491-F32823DFE3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14891005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This project aims to develop a Python-based system that tracks product prices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online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checks websites like Amazon or Flipkart for changes in product prices.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When the price becomes less than the user’s desired value, the system sends a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notification through email or message.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This helps users buy products at the best possible price without continuously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visiting websites.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BBD214B4-976C-4FF6-D07D-62467C562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 Specification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18F537AB-194E-800C-4741-8C2F1F3BC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3504"/>
            <a:ext cx="10515600" cy="513391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70000"/>
              </a:lnSpc>
              <a:buFont typeface="Wingdings" panose="05000000000000000000" pitchFamily="2" charset="2"/>
              <a:buChar char="v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Hardware Requirements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 or desktop with minimum 4GB RAM.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Internet connection for accessing websites.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v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Requirements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(version 3.10 or above).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Libraries: requests,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smtplib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time, schedule.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 editor or IDE (like VS Code or PyCharm).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Email setup for notification.</a:t>
            </a:r>
          </a:p>
          <a:p>
            <a:pPr eaLnBrk="1" hangingPunct="1">
              <a:lnSpc>
                <a:spcPct val="170000"/>
              </a:lnSpc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C6362-4A5D-5F25-1E8B-F914600EE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Novelty of the work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E4E178F-87F1-781A-E1D0-0515B22038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75360" y="2031021"/>
            <a:ext cx="9769021" cy="279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Unlike manual price checking, this project works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without human effort.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scraping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extract real-time price data.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system sends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 notifications instantly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when a price drop happens.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can be extended to multiple products or e-commerce websites.</a:t>
            </a:r>
          </a:p>
        </p:txBody>
      </p:sp>
    </p:spTree>
    <p:extLst>
      <p:ext uri="{BB962C8B-B14F-4D97-AF65-F5344CB8AC3E}">
        <p14:creationId xmlns:p14="http://schemas.microsoft.com/office/powerpoint/2010/main" val="1499083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A18F5363-F392-C9E2-AE43-E4F6C906F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D73506F0-1667-E7CA-DB49-9B81BB178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1781" y="1690688"/>
            <a:ext cx="10515600" cy="4802187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 and Components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Input: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provides the product URL and target price.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Scraper Module: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Collects product name and price using Beautiful Soup.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Price Comparison Module: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Compares current price with target price.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Notification Module: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Sends email when price ≤ target price.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Scheduler: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Runs the script periodically (for example, every 1 hour).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CBD452D2-54FB-0140-B879-934768E5A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365125"/>
            <a:ext cx="10722864" cy="1325563"/>
          </a:xfrm>
        </p:spPr>
        <p:txBody>
          <a:bodyPr/>
          <a:lstStyle/>
          <a:p>
            <a:pPr eaLnBrk="1" hangingPunct="1"/>
            <a:r>
              <a:rPr lang="en-US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CD74EF-153A-69C1-6DA7-D007DE8776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1040" y="1413689"/>
            <a:ext cx="10502427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Collect product details: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User enters product link and desired price.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Fetch webpage: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program uses the requests library to get webpage data.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Extract price: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Beautiful Soup library extracts product name and price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 HTML.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Compare price: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program checks if the current price ≤ desired price.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Send alert: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If the condition is true, a notification is sent via email.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Repeat: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program runs repeatedly using a scheduler for continuous checking.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D8466640-E6E7-02AC-883A-7E6C5E56F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532" y="-100584"/>
            <a:ext cx="10515600" cy="1532068"/>
          </a:xfrm>
        </p:spPr>
        <p:txBody>
          <a:bodyPr/>
          <a:lstStyle/>
          <a:p>
            <a:pPr marL="536575" algn="l" eaLnBrk="1" fontAlgn="auto" hangingPunct="1">
              <a:lnSpc>
                <a:spcPct val="150000"/>
              </a:lnSpc>
              <a:spcAft>
                <a:spcPts val="0"/>
              </a:spcAft>
              <a:tabLst>
                <a:tab pos="630238" algn="l"/>
              </a:tabLst>
              <a:defRPr/>
            </a:pPr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Roadmap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BDCBC4BC-D6D0-F5E6-964A-56043D31F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643128" y="1431484"/>
            <a:ext cx="11743944" cy="5170484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buNone/>
            </a:pPr>
            <a:r>
              <a:rPr lang="en-US" alt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  <a:p>
            <a:pPr marL="0" indent="0" algn="ctr">
              <a:buNone/>
            </a:pPr>
            <a:r>
              <a:rPr lang="en-US" alt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marL="0" indent="0" algn="ctr">
              <a:buNone/>
            </a:pPr>
            <a:r>
              <a:rPr lang="en-US" alt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product URL &amp; target price</a:t>
            </a:r>
          </a:p>
          <a:p>
            <a:pPr marL="0" indent="0" algn="ctr">
              <a:buNone/>
            </a:pPr>
            <a:r>
              <a:rPr lang="en-US" alt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marL="0" indent="0" algn="ctr">
              <a:buNone/>
            </a:pPr>
            <a:r>
              <a:rPr lang="en-US" alt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 website data (requests)</a:t>
            </a:r>
          </a:p>
          <a:p>
            <a:pPr marL="0" indent="0" algn="ctr">
              <a:buNone/>
            </a:pPr>
            <a:r>
              <a:rPr lang="en-US" alt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marL="0" indent="0" algn="ctr">
              <a:buNone/>
            </a:pPr>
            <a:r>
              <a:rPr lang="en-US" alt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price details (Beautiful Soup)</a:t>
            </a:r>
          </a:p>
          <a:p>
            <a:pPr marL="0" indent="0" algn="ctr">
              <a:buNone/>
            </a:pPr>
            <a:r>
              <a:rPr lang="en-US" alt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marL="0" indent="0" algn="ctr">
              <a:buNone/>
            </a:pPr>
            <a:r>
              <a:rPr lang="en-US" alt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with target price</a:t>
            </a:r>
          </a:p>
          <a:p>
            <a:pPr marL="0" indent="0" algn="ctr">
              <a:buNone/>
            </a:pPr>
            <a:r>
              <a:rPr lang="en-US" alt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marL="0" indent="0" algn="ctr">
              <a:buNone/>
            </a:pPr>
            <a:r>
              <a:rPr lang="en-US" alt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price &lt;= target → Send email notification</a:t>
            </a:r>
          </a:p>
          <a:p>
            <a:pPr marL="0" indent="0" algn="ctr">
              <a:buNone/>
            </a:pPr>
            <a:r>
              <a:rPr lang="en-US" alt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marL="0" indent="0" algn="ctr">
              <a:buNone/>
            </a:pPr>
            <a:r>
              <a:rPr lang="en-US" alt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 for next check (scheduler)</a:t>
            </a:r>
          </a:p>
          <a:p>
            <a:pPr marL="0" indent="0" algn="ctr">
              <a:buNone/>
            </a:pPr>
            <a:r>
              <a:rPr lang="en-US" alt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marL="0" indent="0" algn="ctr">
              <a:buNone/>
            </a:pPr>
            <a:r>
              <a:rPr lang="en-US" alt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  <a:p>
            <a:pPr marL="0" indent="0" eaLnBrk="1" hangingPunct="1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C8D756-B75B-CE7F-8687-16AC2C6DAE15}"/>
              </a:ext>
            </a:extLst>
          </p:cNvPr>
          <p:cNvSpPr txBox="1"/>
          <p:nvPr/>
        </p:nvSpPr>
        <p:spPr>
          <a:xfrm>
            <a:off x="1091381" y="2520324"/>
            <a:ext cx="950779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600" b="1" dirty="0">
                <a:solidFill>
                  <a:srgbClr val="002060"/>
                </a:solidFill>
                <a:latin typeface="Blackadder ITC" panose="04020505050007020D02" pitchFamily="82" charset="0"/>
                <a:cs typeface="Arabic Typesetting" panose="03020402040406030203" pitchFamily="66" charset="-78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2215</TotalTime>
  <Words>532</Words>
  <Application>Microsoft Office PowerPoint</Application>
  <PresentationFormat>Widescreen</PresentationFormat>
  <Paragraphs>76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Blackadder ITC</vt:lpstr>
      <vt:lpstr>Calibri</vt:lpstr>
      <vt:lpstr>Calibri Light</vt:lpstr>
      <vt:lpstr>Times New Roman</vt:lpstr>
      <vt:lpstr>Wingdings</vt:lpstr>
      <vt:lpstr>Office Theme</vt:lpstr>
      <vt:lpstr> Department of Computer Science and Engineering  Academic Year (2025-26)  22CSE58 - Mini Project - II Review 1 Automated Price Tracker and Notifier   </vt:lpstr>
      <vt:lpstr>Contents</vt:lpstr>
      <vt:lpstr>Objectives</vt:lpstr>
      <vt:lpstr>Abstract</vt:lpstr>
      <vt:lpstr>Requirement Specification</vt:lpstr>
      <vt:lpstr>Novelty of the work</vt:lpstr>
      <vt:lpstr>Design</vt:lpstr>
      <vt:lpstr>Methodology</vt:lpstr>
      <vt:lpstr>Implementation Roadmap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HELMET</dc:title>
  <dc:creator>Deepti Rai</dc:creator>
  <cp:lastModifiedBy>sachinnayaka2602@gmail.com</cp:lastModifiedBy>
  <cp:revision>34</cp:revision>
  <dcterms:created xsi:type="dcterms:W3CDTF">2020-10-20T04:21:28Z</dcterms:created>
  <dcterms:modified xsi:type="dcterms:W3CDTF">2025-10-06T16:38:47Z</dcterms:modified>
</cp:coreProperties>
</file>